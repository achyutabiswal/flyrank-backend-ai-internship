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554480"/>
            <a:ext cx="4206240" cy="4206240"/>
          </a:xfrm>
          <a:prstGeom prst="ellipse">
            <a:avLst/>
          </a:prstGeom>
          <a:solidFill>
            <a:srgbClr val="EAF2FF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-548640"/>
            <a:ext cx="2194560" cy="2194560"/>
          </a:xfrm>
          <a:prstGeom prst="ellipse">
            <a:avLst/>
          </a:prstGeom>
          <a:solidFill>
            <a:srgbClr val="DCE9FF"/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5120640"/>
            <a:ext cx="2926080" cy="2926080"/>
          </a:xfrm>
          <a:prstGeom prst="ellipse">
            <a:avLst/>
          </a:prstGeom>
          <a:solidFill>
            <a:srgbClr val="EAF2F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94360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0F2A5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9436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FLYRANK  ·  WEEK 3 ASSIGNMENT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30352" y="123444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Through-Line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48640" y="1993392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07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Content &amp; CTAs Across My Portfolio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69748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Achyuta Biswal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548640" y="3273552"/>
            <a:ext cx="82296" cy="457200"/>
          </a:xfrm>
          <a:prstGeom prst="roundRect">
            <a:avLst/>
          </a:prstGeom>
          <a:solidFill>
            <a:srgbClr val="2F6FED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24612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Full Stack Developer  |  Generative AI Engineer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6720840" cy="1508760"/>
          </a:xfrm>
          <a:prstGeom prst="roundRect">
            <a:avLst>
              <a:gd name="adj" fmla="val 9697"/>
            </a:avLst>
          </a:prstGeom>
          <a:solidFill>
            <a:srgbClr val="EAF2FF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160520"/>
            <a:ext cx="6080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i="1" dirty="0">
                <a:solidFill>
                  <a:srgbClr val="163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design and build secure, AI-assisted Java backend systems that solve real-world problems with clean architecture, role-based security, and production-ready APIs.”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5989320"/>
            <a:ext cx="1115568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CE9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5989320"/>
            <a:ext cx="1115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65376" y="5989320"/>
            <a:ext cx="1481328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CE9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65376" y="5989320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547872" y="5989320"/>
            <a:ext cx="932688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CE9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47872" y="5989320"/>
            <a:ext cx="9326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81728" y="5989320"/>
            <a:ext cx="1024128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CE9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1728" y="5989320"/>
            <a:ext cx="1024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110728" y="1508760"/>
            <a:ext cx="3749040" cy="4160520"/>
          </a:xfrm>
          <a:prstGeom prst="roundRect">
            <a:avLst>
              <a:gd name="adj" fmla="val 4878"/>
            </a:avLst>
          </a:prstGeom>
          <a:solidFill>
            <a:srgbClr val="0F2A5C"/>
          </a:solidFill>
          <a:ln/>
          <a:effectLst>
            <a:outerShdw sx="100000" sy="100000" kx="0" ky="0" algn="bl" rotWithShape="0" blurRad="127000" dist="38100" dir="5400000">
              <a:srgbClr val="0F2A5C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909560" y="1234440"/>
            <a:ext cx="3749040" cy="4160520"/>
          </a:xfrm>
          <a:prstGeom prst="roundRect">
            <a:avLst>
              <a:gd name="adj" fmla="val 4878"/>
            </a:avLst>
          </a:prstGeom>
          <a:solidFill>
            <a:srgbClr val="163A78"/>
          </a:solidFill>
          <a:ln/>
          <a:effectLst>
            <a:outerShdw sx="100000" sy="100000" kx="0" ky="0" algn="bl" rotWithShape="0" blurRad="127000" dist="38100" dir="5400000">
              <a:srgbClr val="0F2A5C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202168" y="1508760"/>
            <a:ext cx="146304" cy="146304"/>
          </a:xfrm>
          <a:prstGeom prst="ellipse">
            <a:avLst/>
          </a:prstGeom>
          <a:solidFill>
            <a:srgbClr val="F26D5B"/>
          </a:solidFill>
          <a:ln/>
        </p:spPr>
      </p:sp>
      <p:sp>
        <p:nvSpPr>
          <p:cNvPr id="25" name="Shape 23"/>
          <p:cNvSpPr/>
          <p:nvPr/>
        </p:nvSpPr>
        <p:spPr>
          <a:xfrm>
            <a:off x="8494776" y="1508760"/>
            <a:ext cx="146304" cy="146304"/>
          </a:xfrm>
          <a:prstGeom prst="ellipse">
            <a:avLst/>
          </a:prstGeom>
          <a:solidFill>
            <a:srgbClr val="F5C451"/>
          </a:solidFill>
          <a:ln/>
        </p:spPr>
      </p:sp>
      <p:sp>
        <p:nvSpPr>
          <p:cNvPr id="26" name="Shape 24"/>
          <p:cNvSpPr/>
          <p:nvPr/>
        </p:nvSpPr>
        <p:spPr>
          <a:xfrm>
            <a:off x="8787384" y="1508760"/>
            <a:ext cx="146304" cy="146304"/>
          </a:xfrm>
          <a:prstGeom prst="ellipse">
            <a:avLst/>
          </a:prstGeom>
          <a:solidFill>
            <a:srgbClr val="3FCE8E"/>
          </a:solidFill>
          <a:ln/>
        </p:spPr>
      </p:sp>
      <p:sp>
        <p:nvSpPr>
          <p:cNvPr id="27" name="Shape 25"/>
          <p:cNvSpPr/>
          <p:nvPr/>
        </p:nvSpPr>
        <p:spPr>
          <a:xfrm>
            <a:off x="8202168" y="2011680"/>
            <a:ext cx="502920" cy="128016"/>
          </a:xfrm>
          <a:prstGeom prst="roundRect">
            <a:avLst>
              <a:gd name="adj" fmla="val 50000"/>
            </a:avLst>
          </a:prstGeom>
          <a:solidFill>
            <a:srgbClr val="5C93F5"/>
          </a:solidFill>
          <a:ln/>
        </p:spPr>
      </p:sp>
      <p:sp>
        <p:nvSpPr>
          <p:cNvPr id="28" name="Shape 26"/>
          <p:cNvSpPr/>
          <p:nvPr/>
        </p:nvSpPr>
        <p:spPr>
          <a:xfrm>
            <a:off x="8202168" y="2340864"/>
            <a:ext cx="1737360" cy="128016"/>
          </a:xfrm>
          <a:prstGeom prst="roundRect">
            <a:avLst>
              <a:gd name="adj" fmla="val 50000"/>
            </a:avLst>
          </a:prstGeom>
          <a:solidFill>
            <a:srgbClr val="8FB3F7"/>
          </a:solidFill>
          <a:ln/>
        </p:spPr>
      </p:sp>
      <p:sp>
        <p:nvSpPr>
          <p:cNvPr id="29" name="Shape 27"/>
          <p:cNvSpPr/>
          <p:nvPr/>
        </p:nvSpPr>
        <p:spPr>
          <a:xfrm>
            <a:off x="8202168" y="2670048"/>
            <a:ext cx="1371600" cy="128016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/>
        </p:spPr>
      </p:sp>
      <p:sp>
        <p:nvSpPr>
          <p:cNvPr id="30" name="Shape 28"/>
          <p:cNvSpPr/>
          <p:nvPr/>
        </p:nvSpPr>
        <p:spPr>
          <a:xfrm>
            <a:off x="8202168" y="2999232"/>
            <a:ext cx="2194560" cy="128016"/>
          </a:xfrm>
          <a:prstGeom prst="roundRect">
            <a:avLst>
              <a:gd name="adj" fmla="val 50000"/>
            </a:avLst>
          </a:prstGeom>
          <a:solidFill>
            <a:srgbClr val="5C93F5"/>
          </a:solidFill>
          <a:ln/>
        </p:spPr>
      </p:sp>
      <p:sp>
        <p:nvSpPr>
          <p:cNvPr id="31" name="Shape 29"/>
          <p:cNvSpPr/>
          <p:nvPr/>
        </p:nvSpPr>
        <p:spPr>
          <a:xfrm>
            <a:off x="8202168" y="3328416"/>
            <a:ext cx="1005840" cy="128016"/>
          </a:xfrm>
          <a:prstGeom prst="roundRect">
            <a:avLst>
              <a:gd name="adj" fmla="val 50000"/>
            </a:avLst>
          </a:prstGeom>
          <a:solidFill>
            <a:srgbClr val="8FB3F7"/>
          </a:solidFill>
          <a:ln/>
        </p:spPr>
      </p:sp>
      <p:sp>
        <p:nvSpPr>
          <p:cNvPr id="32" name="Shape 30"/>
          <p:cNvSpPr/>
          <p:nvPr/>
        </p:nvSpPr>
        <p:spPr>
          <a:xfrm>
            <a:off x="8202168" y="3657600"/>
            <a:ext cx="1828800" cy="128016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/>
        </p:spPr>
      </p:sp>
      <p:sp>
        <p:nvSpPr>
          <p:cNvPr id="33" name="Shape 31"/>
          <p:cNvSpPr/>
          <p:nvPr/>
        </p:nvSpPr>
        <p:spPr>
          <a:xfrm>
            <a:off x="8202168" y="3986784"/>
            <a:ext cx="1554480" cy="128016"/>
          </a:xfrm>
          <a:prstGeom prst="roundRect">
            <a:avLst>
              <a:gd name="adj" fmla="val 50000"/>
            </a:avLst>
          </a:prstGeom>
          <a:solidFill>
            <a:srgbClr val="5C93F5"/>
          </a:solidFill>
          <a:ln/>
        </p:spPr>
      </p:sp>
      <p:sp>
        <p:nvSpPr>
          <p:cNvPr id="34" name="Shape 32"/>
          <p:cNvSpPr/>
          <p:nvPr/>
        </p:nvSpPr>
        <p:spPr>
          <a:xfrm>
            <a:off x="8202168" y="4315968"/>
            <a:ext cx="822960" cy="128016"/>
          </a:xfrm>
          <a:prstGeom prst="roundRect">
            <a:avLst>
              <a:gd name="adj" fmla="val 50000"/>
            </a:avLst>
          </a:prstGeom>
          <a:solidFill>
            <a:srgbClr val="8FB3F7"/>
          </a:solidFill>
          <a:ln/>
        </p:spPr>
      </p:sp>
      <p:sp>
        <p:nvSpPr>
          <p:cNvPr id="35" name="Shape 33"/>
          <p:cNvSpPr/>
          <p:nvPr/>
        </p:nvSpPr>
        <p:spPr>
          <a:xfrm>
            <a:off x="8202168" y="4645152"/>
            <a:ext cx="2011680" cy="128016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/>
        </p:spPr>
      </p:sp>
      <p:sp>
        <p:nvSpPr>
          <p:cNvPr id="36" name="Shape 34"/>
          <p:cNvSpPr/>
          <p:nvPr/>
        </p:nvSpPr>
        <p:spPr>
          <a:xfrm>
            <a:off x="10698480" y="4434840"/>
            <a:ext cx="868680" cy="868680"/>
          </a:xfrm>
          <a:prstGeom prst="ellipse">
            <a:avLst/>
          </a:prstGeom>
          <a:solidFill>
            <a:srgbClr val="2F6FED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5C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10698480" y="44348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&lt;/&gt;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Achyuta Biswal  •  FlyRank Backend AI Engineering Internship  •  Week 3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7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Map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30352" y="120700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07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every page on my portfolio connects — and where each one leads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180076" y="178308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0F2A5C"/>
          </a:solidFill>
          <a:ln/>
        </p:spPr>
      </p:sp>
      <p:sp>
        <p:nvSpPr>
          <p:cNvPr id="6" name="Text 4"/>
          <p:cNvSpPr/>
          <p:nvPr/>
        </p:nvSpPr>
        <p:spPr>
          <a:xfrm>
            <a:off x="5180076" y="1783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94476" y="2240280"/>
            <a:ext cx="0" cy="3931920"/>
          </a:xfrm>
          <a:prstGeom prst="line">
            <a:avLst/>
          </a:prstGeom>
          <a:noFill/>
          <a:ln w="28575">
            <a:solidFill>
              <a:srgbClr val="2F6FED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025896" y="2601468"/>
            <a:ext cx="137160" cy="137160"/>
          </a:xfrm>
          <a:prstGeom prst="ellipse">
            <a:avLst/>
          </a:prstGeom>
          <a:solidFill>
            <a:srgbClr val="2F6FE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25896" y="3643884"/>
            <a:ext cx="137160" cy="137160"/>
          </a:xfrm>
          <a:prstGeom prst="ellipse">
            <a:avLst/>
          </a:prstGeom>
          <a:solidFill>
            <a:srgbClr val="2F6FE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25896" y="4686300"/>
            <a:ext cx="137160" cy="137160"/>
          </a:xfrm>
          <a:prstGeom prst="ellipse">
            <a:avLst/>
          </a:prstGeom>
          <a:solidFill>
            <a:srgbClr val="2F6FE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25896" y="5728716"/>
            <a:ext cx="137160" cy="137160"/>
          </a:xfrm>
          <a:prstGeom prst="ellipse">
            <a:avLst/>
          </a:prstGeom>
          <a:solidFill>
            <a:srgbClr val="2F6FE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0560" y="2670048"/>
            <a:ext cx="1613916" cy="0"/>
          </a:xfrm>
          <a:prstGeom prst="line">
            <a:avLst/>
          </a:prstGeom>
          <a:noFill/>
          <a:ln w="19050">
            <a:solidFill>
              <a:srgbClr val="2F6FED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502920" y="2057400"/>
            <a:ext cx="3977640" cy="1225296"/>
          </a:xfrm>
          <a:prstGeom prst="roundRect">
            <a:avLst>
              <a:gd name="adj" fmla="val 97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F2A5C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67512" y="2185416"/>
            <a:ext cx="82296" cy="310896"/>
          </a:xfrm>
          <a:prstGeom prst="roundRect">
            <a:avLst/>
          </a:prstGeom>
          <a:solidFill>
            <a:srgbClr val="2F6FED"/>
          </a:solidFill>
          <a:ln/>
        </p:spPr>
      </p:sp>
      <p:sp>
        <p:nvSpPr>
          <p:cNvPr id="15" name="Text 13"/>
          <p:cNvSpPr/>
          <p:nvPr/>
        </p:nvSpPr>
        <p:spPr>
          <a:xfrm>
            <a:off x="832104" y="21488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32104" y="2514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07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Featured: ETMS   •   Railway Reservation   •   CRUD REST API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32104" y="2898648"/>
            <a:ext cx="1719072" cy="274320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" y="289864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GitHub  →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94476" y="3712464"/>
            <a:ext cx="1616659" cy="0"/>
          </a:xfrm>
          <a:prstGeom prst="line">
            <a:avLst/>
          </a:prstGeom>
          <a:noFill/>
          <a:ln w="19050">
            <a:solidFill>
              <a:srgbClr val="2F6FED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7711135" y="3099816"/>
            <a:ext cx="3977640" cy="1225296"/>
          </a:xfrm>
          <a:prstGeom prst="roundRect">
            <a:avLst>
              <a:gd name="adj" fmla="val 97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F2A5C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875727" y="3227832"/>
            <a:ext cx="82296" cy="310896"/>
          </a:xfrm>
          <a:prstGeom prst="roundRect">
            <a:avLst/>
          </a:prstGeom>
          <a:solidFill>
            <a:srgbClr val="2F6FED"/>
          </a:solidFill>
          <a:ln/>
        </p:spPr>
      </p:sp>
      <p:sp>
        <p:nvSpPr>
          <p:cNvPr id="22" name="Text 20"/>
          <p:cNvSpPr/>
          <p:nvPr/>
        </p:nvSpPr>
        <p:spPr>
          <a:xfrm>
            <a:off x="8040319" y="3191256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Studies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040319" y="355701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07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ETMS   •   FlyRank Week 1   •   Week 2   •   Week 3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40319" y="3941064"/>
            <a:ext cx="1805940" cy="274320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0319" y="3941064"/>
            <a:ext cx="1805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Case Study  →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480560" y="4754880"/>
            <a:ext cx="1613916" cy="0"/>
          </a:xfrm>
          <a:prstGeom prst="line">
            <a:avLst/>
          </a:prstGeom>
          <a:noFill/>
          <a:ln w="19050">
            <a:solidFill>
              <a:srgbClr val="2F6FED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502920" y="4142232"/>
            <a:ext cx="3977640" cy="1225296"/>
          </a:xfrm>
          <a:prstGeom prst="roundRect">
            <a:avLst>
              <a:gd name="adj" fmla="val 97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F2A5C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67512" y="4270248"/>
            <a:ext cx="82296" cy="310896"/>
          </a:xfrm>
          <a:prstGeom prst="roundRect">
            <a:avLst/>
          </a:prstGeom>
          <a:solidFill>
            <a:srgbClr val="2F6FED"/>
          </a:solidFill>
          <a:ln/>
        </p:spPr>
      </p:sp>
      <p:sp>
        <p:nvSpPr>
          <p:cNvPr id="29" name="Text 27"/>
          <p:cNvSpPr/>
          <p:nvPr/>
        </p:nvSpPr>
        <p:spPr>
          <a:xfrm>
            <a:off x="832104" y="423367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832104" y="459943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07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  •   Education   •   Internship   •   Certifications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32104" y="4983480"/>
            <a:ext cx="1805940" cy="274320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2104" y="4983480"/>
            <a:ext cx="1805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Resume  →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094476" y="5797296"/>
            <a:ext cx="1616659" cy="0"/>
          </a:xfrm>
          <a:prstGeom prst="line">
            <a:avLst/>
          </a:prstGeom>
          <a:noFill/>
          <a:ln w="19050">
            <a:solidFill>
              <a:srgbClr val="2F6FED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7711135" y="5184648"/>
            <a:ext cx="3977640" cy="1225296"/>
          </a:xfrm>
          <a:prstGeom prst="roundRect">
            <a:avLst>
              <a:gd name="adj" fmla="val 97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F2A5C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875727" y="5312664"/>
            <a:ext cx="82296" cy="310896"/>
          </a:xfrm>
          <a:prstGeom prst="roundRect">
            <a:avLst/>
          </a:prstGeom>
          <a:solidFill>
            <a:srgbClr val="2F6FED"/>
          </a:solidFill>
          <a:ln/>
        </p:spPr>
      </p:sp>
      <p:sp>
        <p:nvSpPr>
          <p:cNvPr id="36" name="Text 34"/>
          <p:cNvSpPr/>
          <p:nvPr/>
        </p:nvSpPr>
        <p:spPr>
          <a:xfrm>
            <a:off x="8040319" y="527608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8040319" y="564184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07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  •   GitHub   •   LinkedIn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040319" y="6025896"/>
            <a:ext cx="1632204" cy="274320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40319" y="6025896"/>
            <a:ext cx="16322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Connect  →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Achyuta Biswal  •  FlyRank Backend AI Engineering Internship  •  Week 3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7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Call-to-Action Flow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30352" y="120700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07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page is designed to guide a recruiter toward one outcome — connecting with me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160520" y="2532888"/>
            <a:ext cx="3870655" cy="32918"/>
          </a:xfrm>
          <a:prstGeom prst="line">
            <a:avLst/>
          </a:prstGeom>
          <a:noFill/>
          <a:ln w="28575">
            <a:solidFill>
              <a:srgbClr val="5C93F5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 flipH="1">
            <a:off x="4160520" y="3315614"/>
            <a:ext cx="3870655" cy="32918"/>
          </a:xfrm>
          <a:prstGeom prst="line">
            <a:avLst/>
          </a:prstGeom>
          <a:noFill/>
          <a:ln w="28575">
            <a:solidFill>
              <a:srgbClr val="5C93F5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160520" y="4098341"/>
            <a:ext cx="3870655" cy="32918"/>
          </a:xfrm>
          <a:prstGeom prst="line">
            <a:avLst/>
          </a:prstGeom>
          <a:noFill/>
          <a:ln w="28575">
            <a:solidFill>
              <a:srgbClr val="5C93F5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 flipH="1">
            <a:off x="4160520" y="4881067"/>
            <a:ext cx="3870655" cy="32918"/>
          </a:xfrm>
          <a:prstGeom prst="line">
            <a:avLst/>
          </a:prstGeom>
          <a:noFill/>
          <a:ln w="28575">
            <a:solidFill>
              <a:srgbClr val="5C93F5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160520" y="5663794"/>
            <a:ext cx="3870655" cy="32918"/>
          </a:xfrm>
          <a:prstGeom prst="line">
            <a:avLst/>
          </a:prstGeom>
          <a:noFill/>
          <a:ln w="28575">
            <a:solidFill>
              <a:srgbClr val="5C93F5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77240" y="1783080"/>
            <a:ext cx="3383280" cy="749808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19050">
            <a:solidFill>
              <a:srgbClr val="DCE9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5C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76072" y="1956816"/>
            <a:ext cx="402336" cy="402336"/>
          </a:xfrm>
          <a:prstGeom prst="ellipse">
            <a:avLst/>
          </a:prstGeom>
          <a:solidFill>
            <a:srgbClr val="2F6FE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" y="19568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1783080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31175" y="2565806"/>
            <a:ext cx="3383280" cy="749808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19050">
            <a:solidFill>
              <a:srgbClr val="DCE9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5C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830007" y="2739542"/>
            <a:ext cx="402336" cy="402336"/>
          </a:xfrm>
          <a:prstGeom prst="ellipse">
            <a:avLst/>
          </a:prstGeom>
          <a:solidFill>
            <a:srgbClr val="2F6FE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30007" y="27395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68335" y="2565806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Projects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77240" y="3348533"/>
            <a:ext cx="3383280" cy="749808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19050">
            <a:solidFill>
              <a:srgbClr val="DCE9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5C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76072" y="3522269"/>
            <a:ext cx="402336" cy="402336"/>
          </a:xfrm>
          <a:prstGeom prst="ellipse">
            <a:avLst/>
          </a:prstGeom>
          <a:solidFill>
            <a:srgbClr val="2F6FE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" y="352226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3348533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GitHub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031175" y="4131259"/>
            <a:ext cx="3383280" cy="749808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19050">
            <a:solidFill>
              <a:srgbClr val="DCE9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5C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830007" y="4304995"/>
            <a:ext cx="402336" cy="402336"/>
          </a:xfrm>
          <a:prstGeom prst="ellipse">
            <a:avLst/>
          </a:prstGeom>
          <a:solidFill>
            <a:srgbClr val="2F6FE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30007" y="430499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168335" y="4131259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Case Study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77240" y="4913986"/>
            <a:ext cx="3383280" cy="749808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19050">
            <a:solidFill>
              <a:srgbClr val="DCE9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5C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76072" y="5087722"/>
            <a:ext cx="402336" cy="402336"/>
          </a:xfrm>
          <a:prstGeom prst="ellipse">
            <a:avLst/>
          </a:prstGeom>
          <a:solidFill>
            <a:srgbClr val="2F6FE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6072" y="508772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14400" y="4913986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Resume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8031175" y="5696712"/>
            <a:ext cx="3383280" cy="749808"/>
          </a:xfrm>
          <a:prstGeom prst="roundRect">
            <a:avLst>
              <a:gd name="adj" fmla="val 19512"/>
            </a:avLst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  <a:effectLst>
            <a:outerShdw sx="100000" sy="100000" kx="0" ky="0" algn="bl" rotWithShape="0" blurRad="127000" dist="38100" dir="5400000">
              <a:srgbClr val="0F2A5C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830007" y="5870448"/>
            <a:ext cx="402336" cy="402336"/>
          </a:xfrm>
          <a:prstGeom prst="ellipse">
            <a:avLst/>
          </a:prstGeom>
          <a:solidFill>
            <a:srgbClr val="0F2A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30007" y="5870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168335" y="5696712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Connect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Achyuta Biswal  •  FlyRank Backend AI Engineering Internship  •  Week 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7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I Already Have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30352" y="120700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07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work that already backs up my one-line claim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6675120" cy="47548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F2A5C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98424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EAF2F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17320" y="194767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Task Management System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417320" y="23134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07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 •  JWT  •  Role-Based Authentication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68680" y="2926080"/>
            <a:ext cx="292608" cy="292608"/>
          </a:xfrm>
          <a:prstGeom prst="ellipse">
            <a:avLst/>
          </a:prstGeom>
          <a:solidFill>
            <a:srgbClr val="E3F7EE"/>
          </a:solidFill>
          <a:ln w="15875">
            <a:solidFill>
              <a:srgbClr val="1FA9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9169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07592" y="2843784"/>
            <a:ext cx="5504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68680" y="3584448"/>
            <a:ext cx="292608" cy="292608"/>
          </a:xfrm>
          <a:prstGeom prst="ellipse">
            <a:avLst/>
          </a:prstGeom>
          <a:solidFill>
            <a:srgbClr val="E3F7EE"/>
          </a:solidFill>
          <a:ln w="15875">
            <a:solidFill>
              <a:srgbClr val="1FA97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5753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07592" y="3502152"/>
            <a:ext cx="5504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68680" y="4242816"/>
            <a:ext cx="292608" cy="292608"/>
          </a:xfrm>
          <a:prstGeom prst="ellipse">
            <a:avLst/>
          </a:prstGeom>
          <a:solidFill>
            <a:srgbClr val="E3F7EE"/>
          </a:solidFill>
          <a:ln w="15875">
            <a:solidFill>
              <a:srgbClr val="1FA9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2336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07592" y="4160520"/>
            <a:ext cx="5504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68680" y="4901184"/>
            <a:ext cx="292608" cy="292608"/>
          </a:xfrm>
          <a:prstGeom prst="ellipse">
            <a:avLst/>
          </a:prstGeom>
          <a:solidFill>
            <a:srgbClr val="E3F7EE"/>
          </a:solidFill>
          <a:ln w="15875">
            <a:solidFill>
              <a:srgbClr val="1FA97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892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07592" y="4818888"/>
            <a:ext cx="5504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68680" y="5559552"/>
            <a:ext cx="292608" cy="292608"/>
          </a:xfrm>
          <a:prstGeom prst="ellipse">
            <a:avLst/>
          </a:prstGeom>
          <a:solidFill>
            <a:srgbClr val="E3F7EE"/>
          </a:solidFill>
          <a:ln w="15875">
            <a:solidFill>
              <a:srgbClr val="1FA97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5550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307592" y="5477256"/>
            <a:ext cx="5504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452360" y="1691640"/>
            <a:ext cx="4233672" cy="4754880"/>
          </a:xfrm>
          <a:prstGeom prst="roundRect">
            <a:avLst>
              <a:gd name="adj" fmla="val 34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F2A5C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744968" y="198424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EAF2FF"/>
          </a:solidFill>
          <a:ln/>
        </p:spPr>
      </p:sp>
      <p:sp>
        <p:nvSpPr>
          <p:cNvPr id="27" name="Text 25"/>
          <p:cNvSpPr/>
          <p:nvPr/>
        </p:nvSpPr>
        <p:spPr>
          <a:xfrm>
            <a:off x="7744968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321040" y="1947672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FlyRank Internship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321040" y="2313432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07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assignments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772400" y="2926080"/>
            <a:ext cx="292608" cy="292608"/>
          </a:xfrm>
          <a:prstGeom prst="ellipse">
            <a:avLst/>
          </a:prstGeom>
          <a:solidFill>
            <a:srgbClr val="E3F7EE"/>
          </a:solidFill>
          <a:ln w="15875">
            <a:solidFill>
              <a:srgbClr val="1FA97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0" y="29169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11312" y="2843784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772400" y="3584448"/>
            <a:ext cx="292608" cy="292608"/>
          </a:xfrm>
          <a:prstGeom prst="ellipse">
            <a:avLst/>
          </a:prstGeom>
          <a:solidFill>
            <a:srgbClr val="E3F7EE"/>
          </a:solidFill>
          <a:ln w="15875">
            <a:solidFill>
              <a:srgbClr val="1FA97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0" y="35753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211312" y="350215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772400" y="4242816"/>
            <a:ext cx="292608" cy="292608"/>
          </a:xfrm>
          <a:prstGeom prst="ellipse">
            <a:avLst/>
          </a:prstGeom>
          <a:solidFill>
            <a:srgbClr val="E3F7EE"/>
          </a:solidFill>
          <a:ln w="15875">
            <a:solidFill>
              <a:srgbClr val="1FA97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0" y="42336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211312" y="41605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772400" y="5669280"/>
            <a:ext cx="3593592" cy="457200"/>
          </a:xfrm>
          <a:prstGeom prst="roundRect">
            <a:avLst>
              <a:gd name="adj" fmla="val 50000"/>
            </a:avLst>
          </a:prstGeom>
          <a:solidFill>
            <a:srgbClr val="1FA971"/>
          </a:solidFill>
          <a:ln/>
        </p:spPr>
      </p:sp>
      <p:sp>
        <p:nvSpPr>
          <p:cNvPr id="40" name="Text 38"/>
          <p:cNvSpPr/>
          <p:nvPr/>
        </p:nvSpPr>
        <p:spPr>
          <a:xfrm>
            <a:off x="7772400" y="5669280"/>
            <a:ext cx="3593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 COMPLETE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Achyuta Biswal  •  FlyRank Backend AI Engineering Internship  •  Week 3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7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Still Needed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30352" y="1234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to Gather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5440680" cy="566928"/>
          </a:xfrm>
          <a:prstGeom prst="roundRect">
            <a:avLst>
              <a:gd name="adj" fmla="val 16129"/>
            </a:avLst>
          </a:prstGeom>
          <a:solidFill>
            <a:srgbClr val="EAF2FF"/>
          </a:solidFill>
          <a:ln w="12700">
            <a:solidFill>
              <a:srgbClr val="DCE9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" y="1920240"/>
            <a:ext cx="201168" cy="20116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F6F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4984" y="1737360"/>
            <a:ext cx="4791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441448"/>
            <a:ext cx="5440680" cy="566928"/>
          </a:xfrm>
          <a:prstGeom prst="roundRect">
            <a:avLst>
              <a:gd name="adj" fmla="val 16129"/>
            </a:avLst>
          </a:prstGeom>
          <a:solidFill>
            <a:srgbClr val="EAF2FF"/>
          </a:solidFill>
          <a:ln w="12700">
            <a:solidFill>
              <a:srgbClr val="DCE9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7512" y="2624328"/>
            <a:ext cx="201168" cy="20116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F6F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4984" y="2441448"/>
            <a:ext cx="4791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Website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3145536"/>
            <a:ext cx="5440680" cy="566928"/>
          </a:xfrm>
          <a:prstGeom prst="roundRect">
            <a:avLst>
              <a:gd name="adj" fmla="val 16129"/>
            </a:avLst>
          </a:prstGeom>
          <a:solidFill>
            <a:srgbClr val="EAF2FF"/>
          </a:solidFill>
          <a:ln w="12700">
            <a:solidFill>
              <a:srgbClr val="DCE9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7512" y="3328416"/>
            <a:ext cx="201168" cy="20116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F6F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14984" y="3145536"/>
            <a:ext cx="4791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3849624"/>
            <a:ext cx="5440680" cy="566928"/>
          </a:xfrm>
          <a:prstGeom prst="roundRect">
            <a:avLst>
              <a:gd name="adj" fmla="val 16129"/>
            </a:avLst>
          </a:prstGeom>
          <a:solidFill>
            <a:srgbClr val="EAF2FF"/>
          </a:solidFill>
          <a:ln w="12700">
            <a:solidFill>
              <a:srgbClr val="DCE9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7512" y="4032504"/>
            <a:ext cx="201168" cy="20116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F6F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14984" y="3849624"/>
            <a:ext cx="4791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Deployment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4553712"/>
            <a:ext cx="5440680" cy="566928"/>
          </a:xfrm>
          <a:prstGeom prst="roundRect">
            <a:avLst>
              <a:gd name="adj" fmla="val 16129"/>
            </a:avLst>
          </a:prstGeom>
          <a:solidFill>
            <a:srgbClr val="EAF2FF"/>
          </a:solidFill>
          <a:ln w="12700">
            <a:solidFill>
              <a:srgbClr val="DCE9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7512" y="4736592"/>
            <a:ext cx="201168" cy="20116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F6F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14984" y="4553712"/>
            <a:ext cx="4791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45352" y="1737360"/>
            <a:ext cx="5440680" cy="566928"/>
          </a:xfrm>
          <a:prstGeom prst="roundRect">
            <a:avLst>
              <a:gd name="adj" fmla="val 16129"/>
            </a:avLst>
          </a:prstGeom>
          <a:solidFill>
            <a:srgbClr val="EAF2FF"/>
          </a:solidFill>
          <a:ln w="12700">
            <a:solidFill>
              <a:srgbClr val="DCE9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9944" y="1920240"/>
            <a:ext cx="201168" cy="20116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F6F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57416" y="1737360"/>
            <a:ext cx="4791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45352" y="2441448"/>
            <a:ext cx="5440680" cy="566928"/>
          </a:xfrm>
          <a:prstGeom prst="roundRect">
            <a:avLst>
              <a:gd name="adj" fmla="val 16129"/>
            </a:avLst>
          </a:prstGeom>
          <a:solidFill>
            <a:srgbClr val="EAF2FF"/>
          </a:solidFill>
          <a:ln w="12700">
            <a:solidFill>
              <a:srgbClr val="DCE9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9944" y="2624328"/>
            <a:ext cx="201168" cy="20116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F6F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57416" y="2441448"/>
            <a:ext cx="4791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45352" y="3145536"/>
            <a:ext cx="5440680" cy="566928"/>
          </a:xfrm>
          <a:prstGeom prst="roundRect">
            <a:avLst>
              <a:gd name="adj" fmla="val 16129"/>
            </a:avLst>
          </a:prstGeom>
          <a:solidFill>
            <a:srgbClr val="EAF2FF"/>
          </a:solidFill>
          <a:ln w="12700">
            <a:solidFill>
              <a:srgbClr val="DCE9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9944" y="3328416"/>
            <a:ext cx="201168" cy="20116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F6F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57416" y="3145536"/>
            <a:ext cx="4791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Testimonial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245352" y="3849624"/>
            <a:ext cx="5440680" cy="566928"/>
          </a:xfrm>
          <a:prstGeom prst="roundRect">
            <a:avLst>
              <a:gd name="adj" fmla="val 16129"/>
            </a:avLst>
          </a:prstGeom>
          <a:solidFill>
            <a:srgbClr val="EAF2FF"/>
          </a:solidFill>
          <a:ln w="12700">
            <a:solidFill>
              <a:srgbClr val="DCE9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9944" y="4032504"/>
            <a:ext cx="201168" cy="20116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F6F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57416" y="3849624"/>
            <a:ext cx="4791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Recommendations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245352" y="4553712"/>
            <a:ext cx="5440680" cy="566928"/>
          </a:xfrm>
          <a:prstGeom prst="roundRect">
            <a:avLst>
              <a:gd name="adj" fmla="val 16129"/>
            </a:avLst>
          </a:prstGeom>
          <a:solidFill>
            <a:srgbClr val="EAF2FF"/>
          </a:solidFill>
          <a:ln w="12700">
            <a:solidFill>
              <a:srgbClr val="DCE9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09944" y="4736592"/>
            <a:ext cx="201168" cy="20116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F6F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57416" y="4553712"/>
            <a:ext cx="4791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Internship Certificate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02920" y="5623560"/>
            <a:ext cx="11185855" cy="777240"/>
          </a:xfrm>
          <a:prstGeom prst="roundRect">
            <a:avLst>
              <a:gd name="adj" fmla="val 18824"/>
            </a:avLst>
          </a:prstGeom>
          <a:solidFill>
            <a:srgbClr val="0F2A5C"/>
          </a:solidFill>
          <a:ln/>
          <a:effectLst>
            <a:outerShdw sx="100000" sy="100000" kx="0" ky="0" algn="bl" rotWithShape="0" blurRad="127000" dist="38100" dir="5400000">
              <a:srgbClr val="0F2A5C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22960" y="562356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“Every piece of proof strengthens my portfolio and supports my one-line claim.”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Achyuta Biswal  •  FlyRank Backend AI Engineering Internship  •  Week 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7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2026-08-06T09:28:31Z</dcterms:created>
  <dcterms:modified xsi:type="dcterms:W3CDTF">2026-08-06T09:28:31Z</dcterms:modified>
</cp:coreProperties>
</file>